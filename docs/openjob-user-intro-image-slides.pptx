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F5E91-18C0-0626-75C6-54E96BFE4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20" y="421293"/>
            <a:ext cx="9030960" cy="1333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650B79-0443-6FE2-5207-8127DE791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2"/>
          <a:stretch>
            <a:fillRect/>
          </a:stretch>
        </p:blipFill>
        <p:spPr>
          <a:xfrm>
            <a:off x="657727" y="1724585"/>
            <a:ext cx="6333424" cy="4688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3BF83-9F4D-BA93-2D9A-173664993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937" y="1754979"/>
            <a:ext cx="382005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82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E7035-7D3F-D48E-862B-0D41E15C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41" y="186656"/>
            <a:ext cx="8545118" cy="1190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40CE8-BEC2-A6C0-F322-8E9E75DE2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34" y="1337970"/>
            <a:ext cx="10793331" cy="4182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70B826-207F-2EED-4D9C-838B0C6E4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411" y="5628209"/>
            <a:ext cx="7925906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8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E79B5-7C55-72B1-01E9-D8AEF8257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90" y="225257"/>
            <a:ext cx="6516009" cy="1209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AA160-343F-2568-E6FC-079A53800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60" y="1572567"/>
            <a:ext cx="11136279" cy="3019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D2468-5319-0662-4FDB-9EF69B756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2" y="4973890"/>
            <a:ext cx="1009790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5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Weibing-Ivan Zhao (Nokia)</cp:lastModifiedBy>
  <cp:revision>6</cp:revision>
  <dcterms:created xsi:type="dcterms:W3CDTF">2013-01-27T09:14:16Z</dcterms:created>
  <dcterms:modified xsi:type="dcterms:W3CDTF">2026-08-18T02:45:29Z</dcterms:modified>
  <cp:category/>
</cp:coreProperties>
</file>